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2962.409562</c:v>
                </c:pt>
                <c:pt idx="1">
                  <c:v>3583.138297</c:v>
                </c:pt>
                <c:pt idx="2">
                  <c:v>3961.827551</c:v>
                </c:pt>
                <c:pt idx="3">
                  <c:v>2783.124928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2779.13274</c:v>
                </c:pt>
                <c:pt idx="1">
                  <c:v>3744.168978</c:v>
                </c:pt>
                <c:pt idx="2">
                  <c:v>2133.723951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37.246857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2779.653655</c:v>
                </c:pt>
                <c:pt idx="2">
                  <c:v>2716.059001</c:v>
                </c:pt>
                <c:pt idx="3">
                  <c:v>1941.321306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2840.780119</c:v>
                </c:pt>
                <c:pt idx="2">
                  <c:v>1541.53386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79.9913128999997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592.89815</c:v>
                </c:pt>
                <c:pt idx="1">
                  <c:v>548.036576</c:v>
                </c:pt>
                <c:pt idx="2">
                  <c:v>869.265613</c:v>
                </c:pt>
                <c:pt idx="3">
                  <c:v>635.394998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541.516545</c:v>
                </c:pt>
                <c:pt idx="1">
                  <c:v>667.44976</c:v>
                </c:pt>
                <c:pt idx="2">
                  <c:v>363.833991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5.733423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318.71395</c:v>
                </c:pt>
                <c:pt idx="1">
                  <c:v>255.448066</c:v>
                </c:pt>
                <c:pt idx="2">
                  <c:v>376.502937</c:v>
                </c:pt>
                <c:pt idx="3">
                  <c:v>206.408624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270.910877</c:v>
                </c:pt>
                <c:pt idx="1">
                  <c:v>235.939099</c:v>
                </c:pt>
                <c:pt idx="2">
                  <c:v>228.3561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4.2734656599999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1882.158981</c:v>
                </c:pt>
                <c:pt idx="1">
                  <c:v>3050.543603</c:v>
                </c:pt>
                <c:pt idx="2">
                  <c:v>1171.038653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903.355888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174.495268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604.04894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1119.242219</c:v>
                </c:pt>
                <c:pt idx="3">
                  <c:v>2627.961875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833.803128</c:v>
                </c:pt>
                <c:pt idx="1">
                  <c:v>189.657707</c:v>
                </c:pt>
                <c:pt idx="2">
                  <c:v>147.577818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752.67908</c:v>
                </c:pt>
                <c:pt idx="1">
                  <c:v>101.669599</c:v>
                </c:pt>
                <c:pt idx="2">
                  <c:v>49.007209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29.94324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407.872616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857.028402</c:v>
                </c:pt>
                <c:pt idx="1">
                  <c:v>140.122451</c:v>
                </c:pt>
                <c:pt idx="2">
                  <c:v>122.091366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692.797095</c:v>
                </c:pt>
                <c:pt idx="1">
                  <c:v>676.727658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1080.704391</c:v>
                </c:pt>
                <c:pt idx="1">
                  <c:v>1052.160021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823.16863</c:v>
                </c:pt>
                <c:pt idx="1">
                  <c:v>348.773855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1244.425378</c:v>
                </c:pt>
                <c:pt idx="1">
                  <c:v>660.557405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384.348565</c:v>
                </c:pt>
                <c:pt idx="2">
                  <c:v>324.4751</c:v>
                </c:pt>
                <c:pt idx="3">
                  <c:v>270.910877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208.478434</c:v>
                </c:pt>
                <c:pt idx="8">
                  <c:v>230.535031</c:v>
                </c:pt>
                <c:pt idx="9">
                  <c:v>213.445094</c:v>
                </c:pt>
                <c:pt idx="10">
                  <c:v>45.78421</c:v>
                </c:pt>
                <c:pt idx="11">
                  <c:v>26.145609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2.636993</c:v>
                </c:pt>
                <c:pt idx="20">
                  <c:v>9.73163</c:v>
                </c:pt>
                <c:pt idx="21">
                  <c:v>0.0</c:v>
                </c:pt>
                <c:pt idx="22">
                  <c:v>4.716427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369.171874</c:v>
                </c:pt>
                <c:pt idx="2">
                  <c:v>398.33647</c:v>
                </c:pt>
                <c:pt idx="3">
                  <c:v>206.048997</c:v>
                </c:pt>
                <c:pt idx="4">
                  <c:v>110.435758</c:v>
                </c:pt>
                <c:pt idx="5">
                  <c:v>157.189047</c:v>
                </c:pt>
                <c:pt idx="6">
                  <c:v>210.984492</c:v>
                </c:pt>
                <c:pt idx="7">
                  <c:v>196.693004</c:v>
                </c:pt>
                <c:pt idx="8">
                  <c:v>108.426011</c:v>
                </c:pt>
                <c:pt idx="9">
                  <c:v>143.062223</c:v>
                </c:pt>
                <c:pt idx="10">
                  <c:v>130.023038</c:v>
                </c:pt>
                <c:pt idx="11">
                  <c:v>135.583947</c:v>
                </c:pt>
                <c:pt idx="12">
                  <c:v>137.436237</c:v>
                </c:pt>
                <c:pt idx="13">
                  <c:v>54.612137</c:v>
                </c:pt>
                <c:pt idx="14">
                  <c:v>114.473052</c:v>
                </c:pt>
                <c:pt idx="15">
                  <c:v>94.42685</c:v>
                </c:pt>
                <c:pt idx="16">
                  <c:v>80.342557</c:v>
                </c:pt>
                <c:pt idx="17">
                  <c:v>73.088286</c:v>
                </c:pt>
                <c:pt idx="18">
                  <c:v>34.768215</c:v>
                </c:pt>
                <c:pt idx="19">
                  <c:v>49.136547</c:v>
                </c:pt>
                <c:pt idx="20">
                  <c:v>38.358245</c:v>
                </c:pt>
                <c:pt idx="21">
                  <c:v>29.890102</c:v>
                </c:pt>
                <c:pt idx="22">
                  <c:v>36.711788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9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69.724631</c:v>
                </c:pt>
                <c:pt idx="2">
                  <c:v>69.223114</c:v>
                </c:pt>
                <c:pt idx="3">
                  <c:v>172.439607</c:v>
                </c:pt>
                <c:pt idx="4">
                  <c:v>340.843596</c:v>
                </c:pt>
                <c:pt idx="5">
                  <c:v>197.489287</c:v>
                </c:pt>
                <c:pt idx="6">
                  <c:v>127.09378</c:v>
                </c:pt>
                <c:pt idx="7">
                  <c:v>35.362358</c:v>
                </c:pt>
                <c:pt idx="8">
                  <c:v>98.219382</c:v>
                </c:pt>
                <c:pt idx="9">
                  <c:v>44.657801</c:v>
                </c:pt>
                <c:pt idx="10">
                  <c:v>75.103244</c:v>
                </c:pt>
                <c:pt idx="11">
                  <c:v>87.762315</c:v>
                </c:pt>
                <c:pt idx="12">
                  <c:v>49.058012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44.391808</c:v>
                </c:pt>
                <c:pt idx="19">
                  <c:v>35.878295</c:v>
                </c:pt>
                <c:pt idx="20">
                  <c:v>39.21913</c:v>
                </c:pt>
                <c:pt idx="21">
                  <c:v>55.916493</c:v>
                </c:pt>
                <c:pt idx="22">
                  <c:v>38.928385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1782.25688</c:v>
                </c:pt>
                <c:pt idx="1">
                  <c:v>635.394998</c:v>
                </c:pt>
                <c:pt idx="2">
                  <c:v>210.309997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420.881242</c:v>
                </c:pt>
                <c:pt idx="1">
                  <c:v>302.923765</c:v>
                </c:pt>
                <c:pt idx="2">
                  <c:v>251.586884</c:v>
                </c:pt>
                <c:pt idx="3">
                  <c:v>191.340502</c:v>
                </c:pt>
                <c:pt idx="4">
                  <c:v>183.873158</c:v>
                </c:pt>
                <c:pt idx="5">
                  <c:v>168.119024</c:v>
                </c:pt>
                <c:pt idx="6">
                  <c:v>130.029979</c:v>
                </c:pt>
                <c:pt idx="7">
                  <c:v>118.179302</c:v>
                </c:pt>
                <c:pt idx="8">
                  <c:v>111.176837</c:v>
                </c:pt>
                <c:pt idx="9">
                  <c:v>102.717377</c:v>
                </c:pt>
                <c:pt idx="10">
                  <c:v>95.349728</c:v>
                </c:pt>
                <c:pt idx="11">
                  <c:v>88.229322</c:v>
                </c:pt>
                <c:pt idx="12">
                  <c:v>79.020081</c:v>
                </c:pt>
                <c:pt idx="13">
                  <c:v>72.174312</c:v>
                </c:pt>
                <c:pt idx="14">
                  <c:v>72.327413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22.767446</c:v>
                </c:pt>
                <c:pt idx="23">
                  <c:v>22.221334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40.260009</c:v>
                </c:pt>
                <c:pt idx="8">
                  <c:v>45.287079</c:v>
                </c:pt>
                <c:pt idx="9">
                  <c:v>46.306918</c:v>
                </c:pt>
                <c:pt idx="10">
                  <c:v>41.258149</c:v>
                </c:pt>
                <c:pt idx="11">
                  <c:v>39.524011</c:v>
                </c:pt>
                <c:pt idx="12">
                  <c:v>41.741473</c:v>
                </c:pt>
                <c:pt idx="13">
                  <c:v>46.306918</c:v>
                </c:pt>
                <c:pt idx="14">
                  <c:v>41.087623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45.950967</c:v>
                </c:pt>
                <c:pt idx="23">
                  <c:v>41.087623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992.4794984499999</c:v>
                </c:pt>
                <c:pt idx="1">
                  <c:v>668.3354876399999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Перемещение с другой площадки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56.397577950000006</c:v>
                </c:pt>
                <c:pt idx="1">
                  <c:v>269.10013816000003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0.93294155</c:v>
                </c:pt>
                <c:pt idx="1">
                  <c:v>248.77364459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9.61226032</c:v>
                </c:pt>
                <c:pt idx="1">
                  <c:v>220.40616173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6.665525730000001</c:v>
                </c:pt>
                <c:pt idx="1">
                  <c:v>524.23229588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657.6316298300001</c:v>
                </c:pt>
                <c:pt idx="1">
                  <c:v>599.49316327</c:v>
                </c:pt>
                <c:pt idx="2">
                  <c:v>293.77160131</c:v>
                </c:pt>
                <c:pt idx="3">
                  <c:v>52.4837585</c:v>
                </c:pt>
                <c:pt idx="4">
                  <c:v>41.07626730999999</c:v>
                </c:pt>
                <c:pt idx="5">
                  <c:v>16.35856588000001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Перемещение с другой площадки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1.389779</c:v>
                </c:pt>
                <c:pt idx="1">
                  <c:v>156.02504830999996</c:v>
                </c:pt>
                <c:pt idx="2">
                  <c:v>43.015981769999996</c:v>
                </c:pt>
                <c:pt idx="3">
                  <c:v>11.150028</c:v>
                </c:pt>
                <c:pt idx="4">
                  <c:v>11.99181717</c:v>
                </c:pt>
                <c:pt idx="5">
                  <c:v>101.92506184999999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0.028009</c:v>
                </c:pt>
                <c:pt idx="1">
                  <c:v>224.76142180000002</c:v>
                </c:pt>
                <c:pt idx="2">
                  <c:v>0.4043948</c:v>
                </c:pt>
                <c:pt idx="3">
                  <c:v>6.88871637</c:v>
                </c:pt>
                <c:pt idx="4">
                  <c:v>0.50053775</c:v>
                </c:pt>
                <c:pt idx="5">
                  <c:v>17.123506420000002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0.3880045</c:v>
                </c:pt>
                <c:pt idx="1">
                  <c:v>210.399513</c:v>
                </c:pt>
                <c:pt idx="2">
                  <c:v>4.804188320000001</c:v>
                </c:pt>
                <c:pt idx="3">
                  <c:v>1.19004433</c:v>
                </c:pt>
                <c:pt idx="4">
                  <c:v>4.4200675</c:v>
                </c:pt>
                <c:pt idx="5">
                  <c:v>8.8166044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1.32644367</c:v>
                </c:pt>
                <c:pt idx="1">
                  <c:v>478.46318062</c:v>
                </c:pt>
                <c:pt idx="2">
                  <c:v>4.5108578</c:v>
                </c:pt>
                <c:pt idx="3">
                  <c:v>23.1933918</c:v>
                </c:pt>
                <c:pt idx="4">
                  <c:v>0.82822427</c:v>
                </c:pt>
                <c:pt idx="5">
                  <c:v>22.575723449999998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6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WK-20 №1220 · Сухой Лог</c:v>
                </c:pt>
                <c:pt idx="8">
                  <c:v>WK-35 №10 · Красноярск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WK-35 №13 · Красноярск</c:v>
                </c:pt>
                <c:pt idx="16">
                  <c:v>WK-20C №3 · Магадан</c:v>
                </c:pt>
                <c:pt idx="17">
                  <c:v>WK-20 №03 · Красноярск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36.416672</c:v>
                </c:pt>
                <c:pt idx="1">
                  <c:v>12.18422675</c:v>
                </c:pt>
                <c:pt idx="2">
                  <c:v>159.40366487</c:v>
                </c:pt>
                <c:pt idx="3">
                  <c:v>4.216297</c:v>
                </c:pt>
                <c:pt idx="4">
                  <c:v>52.66069941</c:v>
                </c:pt>
                <c:pt idx="5">
                  <c:v>37.601873239999996</c:v>
                </c:pt>
                <c:pt idx="6">
                  <c:v>6.7138255</c:v>
                </c:pt>
                <c:pt idx="7">
                  <c:v>13.999627379999994</c:v>
                </c:pt>
                <c:pt idx="8">
                  <c:v>24.202339</c:v>
                </c:pt>
                <c:pt idx="9">
                  <c:v>141.067335</c:v>
                </c:pt>
                <c:pt idx="10">
                  <c:v>18.273345</c:v>
                </c:pt>
                <c:pt idx="11">
                  <c:v>6.96065</c:v>
                </c:pt>
                <c:pt idx="12">
                  <c:v>2.3589385</c:v>
                </c:pt>
                <c:pt idx="13">
                  <c:v>62.305979779999994</c:v>
                </c:pt>
                <c:pt idx="14">
                  <c:v>7.028046560000001</c:v>
                </c:pt>
                <c:pt idx="15">
                  <c:v>2.34527</c:v>
                </c:pt>
                <c:pt idx="16">
                  <c:v>16.929335</c:v>
                </c:pt>
                <c:pt idx="17">
                  <c:v>15.36998483</c:v>
                </c:pt>
                <c:pt idx="18">
                  <c:v>6.796686</c:v>
                </c:pt>
                <c:pt idx="19">
                  <c:v>9.038466</c:v>
                </c:pt>
                <c:pt idx="20">
                  <c:v>6.151829</c:v>
                </c:pt>
                <c:pt idx="21">
                  <c:v>6.6415815</c:v>
                </c:pt>
                <c:pt idx="22">
                  <c:v>12.74295433</c:v>
                </c:pt>
                <c:pt idx="23">
                  <c:v>6.925861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Перемещение с другой площадки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WK-20 №1220 · Сухой Лог</c:v>
                </c:pt>
                <c:pt idx="8">
                  <c:v>WK-35 №10 · Красноярск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WK-35 №13 · Красноярск</c:v>
                </c:pt>
                <c:pt idx="16">
                  <c:v>WK-20C №3 · Магадан</c:v>
                </c:pt>
                <c:pt idx="17">
                  <c:v>WK-20 №03 · Красноярск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10.606188</c:v>
                </c:pt>
                <c:pt idx="1">
                  <c:v>9.56396275</c:v>
                </c:pt>
                <c:pt idx="2">
                  <c:v>8.14763425</c:v>
                </c:pt>
                <c:pt idx="3">
                  <c:v>0.0</c:v>
                </c:pt>
                <c:pt idx="4">
                  <c:v>10.595669</c:v>
                </c:pt>
                <c:pt idx="5">
                  <c:v>33.50766876</c:v>
                </c:pt>
                <c:pt idx="6">
                  <c:v>9.70624267</c:v>
                </c:pt>
                <c:pt idx="7">
                  <c:v>74.25135695</c:v>
                </c:pt>
                <c:pt idx="8">
                  <c:v>8.459764</c:v>
                </c:pt>
                <c:pt idx="9">
                  <c:v>9.7278735</c:v>
                </c:pt>
                <c:pt idx="10">
                  <c:v>10.618114</c:v>
                </c:pt>
                <c:pt idx="11">
                  <c:v>10.80791</c:v>
                </c:pt>
                <c:pt idx="12">
                  <c:v>27.673704899999997</c:v>
                </c:pt>
                <c:pt idx="13">
                  <c:v>10.387480539999999</c:v>
                </c:pt>
                <c:pt idx="14">
                  <c:v>9.7318385</c:v>
                </c:pt>
                <c:pt idx="15">
                  <c:v>0.0</c:v>
                </c:pt>
                <c:pt idx="16">
                  <c:v>0.0</c:v>
                </c:pt>
                <c:pt idx="17">
                  <c:v>5.58407467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5.923927</c:v>
                </c:pt>
                <c:pt idx="22">
                  <c:v>8.58062767</c:v>
                </c:pt>
                <c:pt idx="23">
                  <c:v>5.226101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WK-20 №1220 · Сухой Лог</c:v>
                </c:pt>
                <c:pt idx="8">
                  <c:v>WK-35 №10 · Красноярск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WK-35 №13 · Красноярск</c:v>
                </c:pt>
                <c:pt idx="16">
                  <c:v>WK-20C №3 · Магадан</c:v>
                </c:pt>
                <c:pt idx="17">
                  <c:v>WK-20 №03 · Красноярск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18.794066280000003</c:v>
                </c:pt>
                <c:pt idx="1">
                  <c:v>18.742882</c:v>
                </c:pt>
                <c:pt idx="2">
                  <c:v>52.25343008</c:v>
                </c:pt>
                <c:pt idx="3">
                  <c:v>5.910438</c:v>
                </c:pt>
                <c:pt idx="4">
                  <c:v>23.590881109999998</c:v>
                </c:pt>
                <c:pt idx="5">
                  <c:v>2.53515</c:v>
                </c:pt>
                <c:pt idx="6">
                  <c:v>10.02476933</c:v>
                </c:pt>
                <c:pt idx="7">
                  <c:v>3.83572442</c:v>
                </c:pt>
                <c:pt idx="8">
                  <c:v>7.2986295</c:v>
                </c:pt>
                <c:pt idx="9">
                  <c:v>40.59318</c:v>
                </c:pt>
                <c:pt idx="10">
                  <c:v>7.880383</c:v>
                </c:pt>
                <c:pt idx="11">
                  <c:v>7.770755</c:v>
                </c:pt>
                <c:pt idx="12">
                  <c:v>13.287782</c:v>
                </c:pt>
                <c:pt idx="13">
                  <c:v>8.220691</c:v>
                </c:pt>
                <c:pt idx="14">
                  <c:v>8.4537285</c:v>
                </c:pt>
                <c:pt idx="15">
                  <c:v>6.570881</c:v>
                </c:pt>
                <c:pt idx="16">
                  <c:v>1.013472</c:v>
                </c:pt>
                <c:pt idx="17">
                  <c:v>2.59421</c:v>
                </c:pt>
                <c:pt idx="18">
                  <c:v>0.173677</c:v>
                </c:pt>
                <c:pt idx="19">
                  <c:v>0.173677</c:v>
                </c:pt>
                <c:pt idx="20">
                  <c:v>0.173677</c:v>
                </c:pt>
                <c:pt idx="21">
                  <c:v>2.5115641699999998</c:v>
                </c:pt>
                <c:pt idx="22">
                  <c:v>3.527347</c:v>
                </c:pt>
                <c:pt idx="23">
                  <c:v>2.8426492000000003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WK-20 №1220 · Сухой Лог</c:v>
                </c:pt>
                <c:pt idx="8">
                  <c:v>WK-35 №10 · Красноярск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WK-35 №13 · Красноярск</c:v>
                </c:pt>
                <c:pt idx="16">
                  <c:v>WK-20C №3 · Магадан</c:v>
                </c:pt>
                <c:pt idx="17">
                  <c:v>WK-20 №03 · Красноярск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61.7282815</c:v>
                </c:pt>
                <c:pt idx="1">
                  <c:v>46.161307</c:v>
                </c:pt>
                <c:pt idx="2">
                  <c:v>9.6510935</c:v>
                </c:pt>
                <c:pt idx="3">
                  <c:v>2.876969</c:v>
                </c:pt>
                <c:pt idx="4">
                  <c:v>61.579793</c:v>
                </c:pt>
                <c:pt idx="5">
                  <c:v>5.042868</c:v>
                </c:pt>
                <c:pt idx="6">
                  <c:v>3.0286785</c:v>
                </c:pt>
                <c:pt idx="7">
                  <c:v>8.3744108</c:v>
                </c:pt>
                <c:pt idx="8">
                  <c:v>7.699785060000001</c:v>
                </c:pt>
                <c:pt idx="9">
                  <c:v>4.213158</c:v>
                </c:pt>
                <c:pt idx="10">
                  <c:v>0.198488</c:v>
                </c:pt>
                <c:pt idx="11">
                  <c:v>2.827454</c:v>
                </c:pt>
                <c:pt idx="12">
                  <c:v>0.44219359999999996</c:v>
                </c:pt>
                <c:pt idx="13">
                  <c:v>2.475282</c:v>
                </c:pt>
                <c:pt idx="14">
                  <c:v>1.35310244</c:v>
                </c:pt>
                <c:pt idx="15">
                  <c:v>0.0</c:v>
                </c:pt>
                <c:pt idx="16">
                  <c:v>0.173677</c:v>
                </c:pt>
                <c:pt idx="17">
                  <c:v>1.389576</c:v>
                </c:pt>
                <c:pt idx="18">
                  <c:v>0.173677</c:v>
                </c:pt>
                <c:pt idx="19">
                  <c:v>0.173677</c:v>
                </c:pt>
                <c:pt idx="20">
                  <c:v>0.173677</c:v>
                </c:pt>
                <c:pt idx="21">
                  <c:v>0.39819833</c:v>
                </c:pt>
                <c:pt idx="22">
                  <c:v>0.173677</c:v>
                </c:pt>
                <c:pt idx="23">
                  <c:v>0.097138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WK-20 №1220 · Сухой Лог</c:v>
                </c:pt>
                <c:pt idx="8">
                  <c:v>WK-35 №10 · Красноярск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№04 · Красноярск</c:v>
                </c:pt>
                <c:pt idx="15">
                  <c:v>WK-35 №13 · Красноярск</c:v>
                </c:pt>
                <c:pt idx="16">
                  <c:v>WK-20C №3 · Магадан</c:v>
                </c:pt>
                <c:pt idx="17">
                  <c:v>WK-20 №03 · Красноярск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56.96462522</c:v>
                </c:pt>
                <c:pt idx="1">
                  <c:v>70.2533985</c:v>
                </c:pt>
                <c:pt idx="2">
                  <c:v>98.8767483</c:v>
                </c:pt>
                <c:pt idx="3">
                  <c:v>88.168873</c:v>
                </c:pt>
                <c:pt idx="4">
                  <c:v>25.35126948</c:v>
                </c:pt>
                <c:pt idx="5">
                  <c:v>44.643276</c:v>
                </c:pt>
                <c:pt idx="6">
                  <c:v>19.073432</c:v>
                </c:pt>
                <c:pt idx="7">
                  <c:v>10.24161045</c:v>
                </c:pt>
                <c:pt idx="8">
                  <c:v>7.91825144</c:v>
                </c:pt>
                <c:pt idx="9">
                  <c:v>11.0399605</c:v>
                </c:pt>
                <c:pt idx="10">
                  <c:v>14.838409</c:v>
                </c:pt>
                <c:pt idx="11">
                  <c:v>11.26803</c:v>
                </c:pt>
                <c:pt idx="12">
                  <c:v>12.334113</c:v>
                </c:pt>
                <c:pt idx="13">
                  <c:v>9.34261268</c:v>
                </c:pt>
                <c:pt idx="14">
                  <c:v>6.545769</c:v>
                </c:pt>
                <c:pt idx="15">
                  <c:v>7.568487</c:v>
                </c:pt>
                <c:pt idx="16">
                  <c:v>4.576465</c:v>
                </c:pt>
                <c:pt idx="17">
                  <c:v>3.2754045</c:v>
                </c:pt>
                <c:pt idx="18">
                  <c:v>4.380279</c:v>
                </c:pt>
                <c:pt idx="19">
                  <c:v>4.298225</c:v>
                </c:pt>
                <c:pt idx="20">
                  <c:v>4.298225</c:v>
                </c:pt>
                <c:pt idx="21">
                  <c:v>3.75335</c:v>
                </c:pt>
                <c:pt idx="22">
                  <c:v>3.334634</c:v>
                </c:pt>
                <c:pt idx="23">
                  <c:v>1.8868478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 своей площадки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297.15279695</c:v>
                </c:pt>
                <c:pt idx="1">
                  <c:v>370.49927768999993</c:v>
                </c:pt>
                <c:pt idx="2">
                  <c:v>0.683413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Перемещение с другой площадки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53.220912420000005</c:v>
                </c:pt>
                <c:pt idx="1">
                  <c:v>215.87922574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77.810275</c:v>
                </c:pt>
                <c:pt idx="1">
                  <c:v>170.96336959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186.934779</c:v>
                </c:pt>
                <c:pt idx="1">
                  <c:v>33.47138273</c:v>
                </c:pt>
                <c:pt idx="2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50.25380563</c:v>
                </c:pt>
                <c:pt idx="1">
                  <c:v>392.83984025</c:v>
                </c:pt>
                <c:pt idx="2">
                  <c:v>81.13865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Красноярск · ПЛ ОХ КарьерОГОК · 7101</c:v>
                </c:pt>
                <c:pt idx="1">
                  <c:v>Красноярск · ПЛ ОХ КарьерОГОК · 1100</c:v>
                </c:pt>
                <c:pt idx="2">
                  <c:v>Красноярск · Стройматериалы · 7106 (ПБ)</c:v>
                </c:pt>
                <c:pt idx="3">
                  <c:v>Красноярск · Бывш. Вост. Техн · 1100</c:v>
                </c:pt>
                <c:pt idx="4">
                  <c:v>Магадан · ЗТК НаполХранУл · 7104</c:v>
                </c:pt>
                <c:pt idx="5">
                  <c:v>Магадан · Склад МТР · 7104</c:v>
                </c:pt>
                <c:pt idx="6">
                  <c:v>Магадан · Склад МТР · 1400</c:v>
                </c:pt>
                <c:pt idx="7">
                  <c:v>Магадан · ЗТК НаполХранУл · 1400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976.6489486000011</c:v>
                </c:pt>
                <c:pt idx="1">
                  <c:v>496.69226209000027</c:v>
                </c:pt>
                <c:pt idx="2">
                  <c:v>219.53054810999996</c:v>
                </c:pt>
                <c:pt idx="3">
                  <c:v>212.13395890000004</c:v>
                </c:pt>
                <c:pt idx="4">
                  <c:v>181.54301720000004</c:v>
                </c:pt>
                <c:pt idx="5">
                  <c:v>171.51889129999992</c:v>
                </c:pt>
                <c:pt idx="6">
                  <c:v>162.21455621000007</c:v>
                </c:pt>
                <c:pt idx="7">
                  <c:v>147.78517108999995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Парк, График · план-факт, Обеспеченность, Запасы, Закупки, Кодификация, Взаимозаменяемость, Качество данных.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48%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Площадка склада — по заводу строки выгрузки MM-M03: 11xx/7101/7106 — Красноярск, 14xx/7104 — Магадан, 12xx/24xx/7102/7108 — Сухой Лог (WK в Иркутской области работают только там, их заказы планирует завод 1200). Ограниченный запас вычтен на своём складе по его цене.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Сколько потребности 2026–2027 покрывается только запасом другой площадки, млн ₽. Свой запас площадки защищён под её работы, которые начнутся раньше срока поставки, — перемещается только то, что сверх этого. Решение о перевозке и её сроке остаётся за снабжением.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138 закрыто).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2,78 из 2,96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3,74 из 3,58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2,13 из 3,96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2,78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61%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745 млн ₽; 2026 — 98%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104%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604 млн ₽ деблокированы без факта, 1 119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№06, WK-35 №07 и ещё два — дали 48%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745 млн ₽; 1 184 млн ₽ закупка не видит до деблокирования. Ещё 325 млн ₽ закрываются только перемещением запаса между площадками.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1 382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2 797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52% плана · 2 791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МТР 2 181 · УСО 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1 798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604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111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1 119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1 740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6027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6523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3 715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591568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2064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3 027 млн ₽ · 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6490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39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из них 94%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602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528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98%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16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61%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745 млн 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421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61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274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11896" y="1124712"/>
          <a:ext cx="333755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5178"/>
                <a:gridCol w="497083"/>
                <a:gridCol w="497083"/>
                <a:gridCol w="568095"/>
                <a:gridCol w="71011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93%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№07, WK-35 №18, WK-35 №15 — 522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 держится на чужом запасе: 114 млн ₽ его потребности закрывает перемещение.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426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82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02.02.2026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срок прошёл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975744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Штифт гусеничной ленты K1812.18.04.02,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94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421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334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1195832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седловой в сборе K1812.03.21.0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2,27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801 кодов · 65% запаса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1,08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459 кодов · 31% запаса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0,16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193 кодов · 5% запаса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ограничено 1,4 млн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42032"/>
            <a:ext cx="603504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2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53511"/>
          <a:ext cx="5852159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48855" y="2542032"/>
            <a:ext cx="4800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и потребность 2026–2027, млн ₽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48855" y="2907791"/>
          <a:ext cx="4800597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0878"/>
                <a:gridCol w="702526"/>
                <a:gridCol w="702526"/>
                <a:gridCol w="780585"/>
                <a:gridCol w="741556"/>
                <a:gridCol w="70252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Запас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Свой склад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Перемещ.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2 274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2 330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1 257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691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1 076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848855" y="4690872"/>
            <a:ext cx="4800600" cy="1188720"/>
          </a:xfrm>
          <a:prstGeom prst="roundRect">
            <a:avLst>
              <a:gd name="adj" fmla="val 10769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Запас лежит не там, где работы.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Магадан держит 31% запаса при 15% потребности; Сухой Лог со своего склада закрывает 57 млн ₽, перемещением — 114 млн ₽.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Перемещения запаса между площадками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120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Откуда → куда, млн 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22376" y="1627631"/>
          <a:ext cx="4754878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3628"/>
                <a:gridCol w="933994"/>
                <a:gridCol w="849085"/>
                <a:gridCol w="933994"/>
                <a:gridCol w="76417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Красноярск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Магадан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в Сухой Лог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отдано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50,6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79,8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126,3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34,1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160,4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из 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31,1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34,7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A3138"/>
                          </a:solidFill>
                          <a:latin typeface="Arial"/>
                        </a:rPr>
                        <a:t>получено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157,4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54,2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113,9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A3138"/>
                          </a:solidFill>
                          <a:latin typeface="Arial"/>
                        </a:rPr>
                        <a:t>325,5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" y="4325112"/>
            <a:ext cx="4754879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4416551"/>
            <a:ext cx="4389119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325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нужно переместить между площадками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11% потребности WK 2026–2027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4455" y="1124712"/>
            <a:ext cx="57150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Что перемещать: крупнейшие позиции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34455" y="1490472"/>
          <a:ext cx="5714998" cy="45171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4375"/>
                <a:gridCol w="2437279"/>
                <a:gridCol w="1933014"/>
                <a:gridCol w="63033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Маршрут, шт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 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740, СЛ → Красн.: 249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53,2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K1802.01.10.00-11, 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147, СЛ → Красн.: 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43,2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901765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Защита межзубьевая K1623.01.12,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173, СЛ → Красн.: 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953399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K1605.18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Маг. → Красн.: 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21,2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K1605.18.03.00,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1170659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Круг роликовый K1601.13.00,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переднее направляющее (натя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975529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поворотный K1605.07.01.00,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1, СЛ → Маг.: 1, Красн. → СЛ: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948713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K1602.05.04,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Маг.: 8, Красн. → СЛ: 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975626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Насос смазочный K1623.93.01.00,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Красн. → СЛ: 4, Маг. → Красн.: 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2A3138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310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 / 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5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528 млн ₽ из 602 — Магадан.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Запас по площадкам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склада — по заводу строки остатков; склады Иркутской области отнесены к Сухому Логу. Перемещение показано как возможность: срок и стоимость перевозки не учтены.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выгрузке закупки стоимость в валюте документа (в основном ZCNY) — сравнивать её с рублями нельзя.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" y="594360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Отдельно: 2026 — незавершённый год (факт на 14.09.2026); низкий % исполнения 2026 не означает отставания сам по себе.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111 деблокированных заказов на 604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1 119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1 184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94 позиций на 421 млн ₽ ещё успеваем; по 334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Перемещения между площадками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325 млн ₽ потребности закрываются чужим запасом — спланировать перевозку (коронки и зубцедержатели Магадан → Красноярск).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Запас — по площадке склада (завод строки остатков).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Обеспеченность: свой склад (защищён под работы в пределах срока поставки), склад другой площадки — перемещение, затем закупка с датой до потребности, по месяцам.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